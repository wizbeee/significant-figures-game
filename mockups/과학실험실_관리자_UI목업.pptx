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🔬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과학 실험·실습실 관리 시스템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재설계 목업 — 데스크탑 / 태블릿 / 스마트폰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2026-04-08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플랫폼별 레이아웃 전략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974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데스크탑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1280px+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좌측 사이드바 네비게이션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테이블 (10열)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모달 상세보기 (720px)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화면 포함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697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05840"/>
            <a:ext cx="26974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📟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46120" y="16459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태블릿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46120" y="192024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Tab S10 Lite (800px)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28600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상단바 + 햄버거 메뉴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테이블 (수평 스크롤)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하단 탭 네비게이션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없음 (앱 자동인증)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697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05840"/>
            <a:ext cx="26974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26480" y="16459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스마트폰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26480" y="192024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390px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28600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상단바 + 하단 탭 바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리스트 (테이블 대체)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풀스크린 상세보기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Pull-to-refresh 비활성화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4160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원칙: </a:t>
            </a:r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동일한 기능 · 동일한 디자인 토큰(색상/폰트) · 백엔드(Code.gs) 공유 · 비즈니스 로직 JS 공유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5262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전용: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화면 없음 (앱 자동 인증) · Pull-to-refresh 비활성화 (정보 조회 방해 제거)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스마트폰 — 대시보드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상단 바: 햄버거 메뉴(☰) + 제목 '실험실 관리' + 새로고침(↻) / 다크모드(☀️) 버튼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 카드: 수평 스크롤 캐러셀 (전체 42 / 대기 12 / 1차승인 8 / 최종승인 18 / 반려 4)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필터: [오늘] [이번주] [이번달] [전체] 버튼 — 터치 최적화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필터: 실험실 드롭다운 + 상태 드롭다운 + 검색 입력 + [조회] 버튼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바: '총 42건 중 12건 표시' + [정렬↕] [엑셀📥] 버튼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신청 카드 리스트: 학생명(학번) + 상태뱃지 + 실험실·날짜·시간 + 실험제목 + [상세] [승인▾]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하단 네비게이션 (고정): 📊대시보드 / 📦시약 / 👥학생 / 🧑‍🏫일정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4805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목업 파일: mockups/mobile_dashboard.html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스마트폰 — 상세 보기 (풀스크린)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상단 바: ← 뒤로 버튼 + ✏️편집 / 🖨️인쇄 아이콘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배너: 현재 상태를 전체 너비 색상 배너로 표시 (대기=노란, 승인=초록)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정보 섹션: 신청번호, 대표자(학번), 실험실, 실험날짜, 시간, 실험제목, 지도교사, 제출일시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시약 정보 테이블: 시약명 / 용량 / 단위 / 상태(고체·액체) / 폐기방법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동반 학생: 칩(pill) 형태 — 이름(학번) + 역할뱃지(대표/동반)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비고 섹션: 실험 설명 텍스트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하단 고정 액션: [1차승인(초록)] [최종승인(파랑)] [반려(빨강)] 3개 버튼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4805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목업 파일: mockups/mobile_detail.html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스마트폰 — 시약 목록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 선택 바: 시작일 ~ 종료일 + [오늘] [이번주] [이번달] [전체] 빠른 선택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 칩: 수평 스크롤 — [전체상태] [화학실험실] [생물실험실] [물리실험실] [프로젝트실]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 미니카드: 시약종류 15 / 총 신청건 28 / 조회기간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실험실별 그룹 헤더: 아이콘(🧪) + 실험실명 + 건수 뱃지(파란색)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시약 카드: 좌측(시약명 + 날짜·시간·신청자) / 우측(용량 숫자 + 단위 + 고체/액체 뱃지)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상단 바 액션: 🖨️인쇄 / 📥엑셀 내보내기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4805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목업 파일: mockups/mobile_chemical.html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스마트폰 — 학생 명단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필터: [오늘] [이번주] [이번달] 버튼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 행: 실험실 드롭다운 + 보기모드(날짜별) + 🔍학생 검색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통계: 팀수 5 / 총학생 14 / 오늘 날짜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날짜별 그룹 헤더: '📅 2026-04-08 (화)' + 뱃지 '3팀 · 8명'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카드: 헤더(실험실·시간·실험제목) → 학생 행(아바타+이름+학번+역할뱃지+출석체크)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출석 체크: 체크박스 — 체크(✓초록) / 미체크(빈 네모)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아바타: 대표자=파란원, 동반자=회색원 (성 1글자 표시)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4805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목업 파일: mockups/mobile_student.html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스마트폰 — 임장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교사 칩 선택: 수평 스크롤 — [전체] [이승현T] [김영호T] [박준호T] [최미래T] ...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보기 전환 토글: [📋 목록] [📅 달력] — 세그먼트 버튼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통계: 총 일정 12 / 임장필요 8(주황) / 임장불필요 4(초록)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달력 보기: 월간 캘린더 — 일정 있는 날짜에 색상 점(●) 표시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범례: 🟡임장필요 / 🟢임장불필요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 선택 → 하단에 해당 일정 카드: 교사명 + 실험실 + 시간 + 뱃지 + 시간범위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4805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목업 파일: mockups/mobile_schedule.html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스마트폰 — 햄버거 메뉴 (슬라이드 패널)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어두운 오버레이(50%) 위에 좌측 슬라이드 패널 (300px)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헤더: 파란색 배경 — 🔬로고 + '과학 실험·실습실 관리 시스템 v3.2'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정보: 아바타(원) + 이름 '이승현 선생님' + 담당 '화학 담당'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메뉴: 📊대시보드(뱃지12) / 📦시약목록 / 👥학생명단 / 🧑‍🏫임장일정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관리: 📝지도일지작성 / 📊지도통계 / 🚫신청제한관리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푸터: 🌙다크모드(토글) / ↻새로고침 / 🚪로그아웃(빨간색)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4805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목업 파일: mockups/mobile_hamburger.html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📟 태블릿 — 대시보드 (Galaxy Tab S10 Lite, 800px)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상단 바: ☰햄버거 + '🔬 과학 실험·실습실 관리' + 사용자정보(아바타+이름) + ↻새로고침 + ☀️다크모드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 카드: 5열 그리드 — 전체42 / 대기12 / 1차승인8 / 최종승인18 / 반려4 (클릭 필터)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 바: 2줄 구성 — 1줄: 기간+빠른선택+조회 / 2줄: 실험실+상태+검색+고급옵션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바: '총 42건 중 12건 표시' + 필터칩(오늘×, 대기×) + [편집모드] [엑셀] [인쇄]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테이블: 체크박스 + 10열 (수평 스크롤 가능, 핵심 열 고정)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페이지네이션: ◀ 1 2 3 4 5 ▶ + 페이지당 25/50/100건 선택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하단 네비게이션: 📊대시보드 / 📦시약목록 / 👥학생명단 / 🧑‍🏫임장일정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4805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목업 파일: mockups/tablet_dashboard.html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데스크탑 — 대시보드 (1280px, 사이드바 레이아웃)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좌측 사이드바 (230px 고정): 🔬로고+시스템명 → 메뉴(대시보드·시약·학생·일정) → 관리(지도일지·통계·제한) → 다크모드토글·로그아웃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 뱃지: 대기건수(12) 실시간 표시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영역: 📊 대시보드 제목 + '실험·실습실 사용 신청 현황 및 관리' 부제목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 카드: 5열 그리드 (숫자+라벨+부가설명 — 클릭 시 해당 상태 필터)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 바: 2줄 — 1줄: 기간+빠른선택(오늘/이번주/이번달/최근7일)+조회+초기화 / 2줄: 실험실+상태+검색+고급옵션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바: '총 42건 중 12건 표시' + 필터칩 + [편집모드] [엑셀내보내기] [인쇄]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테이블: 체크박스 + 10열 (제출일시/대표자/실험실/날짜/시간/제목/상태/교사/관리[상세+편집])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페이지네이션: 하단 페이지 버튼 + 페이지당 건수 선택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4805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목업 파일: mockups/desktop_dashboard.html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관리 전략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02336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공유 (1벌)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Code.gs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백엔드 — 수정 없이 그대로 공유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shared_logic.html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데이터 로딩 / 필터 / 정렬 JS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design_tokens.html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CSS 변수 (색상, 폰트, 간격)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40233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분리 (2벌)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5087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desktop/ 폴더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사이드바 + 테이블 HTML/CSS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mobile/ 폴더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카드리스트 + 하단탭 HTML/CSS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태블릿: mobile/ CSS 미디어쿼리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481~1024px 반응형 적용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474720"/>
            <a:ext cx="8412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라우팅 분기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Code.gs: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?platform=desktop → desktop/admin.html  |  ?platform=mobile → mobile/admin.html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WebView: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?view=admin&amp;platform=mobile&amp;auth=token (로그인 스킵)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배포: </a:t>
            </a:r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'내 도메인 사용자만' → 모바일에서도 Google 기관 계정 로그인 필요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로드맵 (7단계)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64008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601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Phase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20240" y="960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기반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9601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design_tokens · shared_logic · Code.gs 라우팅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536192"/>
            <a:ext cx="8412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536192"/>
            <a:ext cx="64008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5361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Phase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20240" y="15361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데스크탑 레이아웃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153619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사이드바 · 필터 바 압축 · 도구 바 · 페이지네이션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112264"/>
            <a:ext cx="8412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112264"/>
            <a:ext cx="64008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11226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Phase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20240" y="211226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대시보드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211226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상단 바 · 하단 탭 · 카드 리스트 · 풀스크린 상세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688336"/>
            <a:ext cx="8412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688336"/>
            <a:ext cx="64008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68833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Phase 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920240" y="26883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부가 페이지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268833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시약 카드 · 학생 그룹 · 점 달력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264408"/>
            <a:ext cx="8412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264408"/>
            <a:ext cx="64008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2644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Phase 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920240" y="32644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태블릿 반응형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31920" y="32644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CSS에 481~1024px 미디어쿼리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840480"/>
            <a:ext cx="8412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840480"/>
            <a:ext cx="64008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840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Phase 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920240" y="3840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다크모드 &amp; 접근성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931920" y="38404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· 키보드 · 포커스 · prefers-reduced-motion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416552"/>
            <a:ext cx="8412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4416552"/>
            <a:ext cx="64008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44165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Phase 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920240" y="44165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연동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931920" y="441655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스킵 · Pull-to-refresh 비활성 · 새로고침 버튼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UI/UX 재설계 목업</dc:title>
  <dc:subject>PptxGenJS Presentation</dc:subject>
  <dc:creator>과학실험실 관리 시스템</dc:creator>
  <cp:lastModifiedBy>과학실험실 관리 시스템</cp:lastModifiedBy>
  <cp:revision>1</cp:revision>
  <dcterms:created xsi:type="dcterms:W3CDTF">2026-04-08T01:37:25Z</dcterms:created>
  <dcterms:modified xsi:type="dcterms:W3CDTF">2026-04-08T01:37:25Z</dcterms:modified>
</cp:coreProperties>
</file>